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3" y="2205434"/>
            <a:ext cx="4382779" cy="24471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80713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Banker's Algorithm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246467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Deadlock Avoidance &amp; System Safety Tracking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233360" y="3037880"/>
            <a:ext cx="6296860" cy="202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The Banker's Algorithm is a classic resource-allocation and deadlock-avoidance algorithm used by operating systems     to ensure the system never allocate resources in a way that leaves some processes unable to finish.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Analogy: the OS acts like a bank — it grants resource requests only when it can still satisfy every customer's maximum need.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3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4 Pillars of System State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17749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2646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Max Matrix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635151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process's maximum demand for every resource type (what it may request at peak).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517749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22646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Allocation Matrix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635151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 currently assigned to each process (what we have already given).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1801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26731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Available Array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735413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Unallocated resources in the system — what the "bank" has on hand now.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618012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326731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Need Matrix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735413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remaining resources each process needs to finish (Max − Allocation).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552877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1D0C74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482" y="5820569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78911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Golden Rule: Need[i][j] = Max[i][j] − Allocation[i][j]. The algorithm compares Need to Available/Work.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24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Code Walkthrough: Initialization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2327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The program reads n (processes) and m (resource types), then accepts Available, Max, and Allocation.         It computes Need dynamically so the safety check uses current values.    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Key idea: compute Need once after input, then use Need and a temporary Work array for safety checks.       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32776" y="195232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// Calculate Need = Max - Allocation       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32776" y="2467372"/>
            <a:ext cx="5203794" cy="2192536"/>
          </a:xfrm>
          <a:prstGeom prst="roundRect">
            <a:avLst>
              <a:gd name="adj" fmla="val 1293"/>
            </a:avLst>
          </a:prstGeom>
          <a:solidFill>
            <a:srgbClr val="3A3E40"/>
          </a:solidFill>
          <a:ln/>
        </p:spPr>
      </p:sp>
      <p:sp>
        <p:nvSpPr>
          <p:cNvPr id="6" name="Text 4"/>
          <p:cNvSpPr/>
          <p:nvPr/>
        </p:nvSpPr>
        <p:spPr>
          <a:xfrm>
            <a:off x="6559584" y="2656384"/>
            <a:ext cx="475017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 {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(j = 0; j &lt; m; j++) {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need[i][j] = max[i][j] - allocation[i][j];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4872534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Focus: the nested loop subtracts Allocation from Max per resource. Highlight this subtraction — it defines each process's remaining requirement.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86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Code Walkthrough: The Safety Engine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1342"/>
            <a:ext cx="5214609" cy="212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The safety loop repeatedly scans for a process i that is not finished and whose Need ≤ Work (current simulated available resources).         When found, the algorithm "executes" that process (conceptually) and reclaims its Allocation into Work.      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This simulation avoids real allocation — it only checks whether a safe execution order exists.      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21961" y="1531342"/>
            <a:ext cx="582419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Execute and release resources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1961" y="2006005"/>
            <a:ext cx="5214609" cy="2666008"/>
          </a:xfrm>
          <a:prstGeom prst="roundRect">
            <a:avLst>
              <a:gd name="adj" fmla="val 1014"/>
            </a:avLst>
          </a:prstGeom>
          <a:solidFill>
            <a:srgbClr val="3A3E40"/>
          </a:solidFill>
          <a:ln/>
        </p:spPr>
      </p:sp>
      <p:sp>
        <p:nvSpPr>
          <p:cNvPr id="6" name="Text 4"/>
          <p:cNvSpPr/>
          <p:nvPr/>
        </p:nvSpPr>
        <p:spPr>
          <a:xfrm>
            <a:off x="6538054" y="2186087"/>
            <a:ext cx="4782423" cy="23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(canExecute)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(j = 0; j &lt; m; j++)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work[j] += allocation[i][j];  // Reclaim resources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finish[i] = true;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safeSequence[count++] =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 = true;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1961" y="4865191"/>
            <a:ext cx="5214609" cy="1243310"/>
          </a:xfrm>
          <a:prstGeom prst="roundRect">
            <a:avLst>
              <a:gd name="adj" fmla="val 2174"/>
            </a:avLst>
          </a:prstGeom>
          <a:solidFill>
            <a:srgbClr val="1D0C7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039" y="5127327"/>
            <a:ext cx="225122" cy="1800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7238" y="5064621"/>
            <a:ext cx="4449254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Callout: work[j] += allocation[i][j] reclaims resources after a process finishes — increasing available capacity for others.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36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Visualizing the State Table (Safe Scenario)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080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Initial Available: [3, 3, 2] — three processes (P0, P1, P2) and three resource types (A, B, C).   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823071"/>
          <a:ext cx="10868745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Allocation (A B C)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Maximum (A B C)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Need (A B C)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AC9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9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9EF5"/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0 1 0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7 5 3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7 4 3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F"/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2 0 0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3 2 2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1 2 2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F"/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3 0 2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9 0 2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6 0 0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21612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Note: Need column is highlighted — it's the value compared to Available/Work during the safety check.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555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Tracing the Safe Sequence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61475" y="1267817"/>
            <a:ext cx="159441" cy="956866"/>
          </a:xfrm>
          <a:prstGeom prst="roundRect">
            <a:avLst>
              <a:gd name="adj" fmla="val 15004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955453" y="1427262"/>
            <a:ext cx="105747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1 — Check P0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55453" y="1757065"/>
            <a:ext cx="1057476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[7,4,3] vs Available [3,3,2] → 7&gt;3 so P0 cannot run. (Result: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00685" y="2359223"/>
            <a:ext cx="159441" cy="1199654"/>
          </a:xfrm>
          <a:prstGeom prst="roundRect">
            <a:avLst>
              <a:gd name="adj" fmla="val 15004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1194663" y="2518668"/>
            <a:ext cx="1033555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2 — Check P1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94663" y="2848471"/>
            <a:ext cx="10335557" cy="55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[1,2,2] ≤ Available [3,3,2] → P1 runs and releases Allocation [2,0,0]. (Result: 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 Available: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[3,3,2] + [2,0,0] = [5,3,2]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39896" y="3693418"/>
            <a:ext cx="159441" cy="956866"/>
          </a:xfrm>
          <a:prstGeom prst="roundRect">
            <a:avLst>
              <a:gd name="adj" fmla="val 15004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1433874" y="3852863"/>
            <a:ext cx="1009634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3 — Check P2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33874" y="4182666"/>
            <a:ext cx="1009634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[6,0,0] vs Available [5,3,2] → 6&gt;5 so P2 cannot run yet. (Result: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379106" y="4784824"/>
            <a:ext cx="159441" cy="1118989"/>
          </a:xfrm>
          <a:prstGeom prst="roundRect">
            <a:avLst>
              <a:gd name="adj" fmla="val 15004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1673084" y="4944269"/>
            <a:ext cx="98571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4 — Repeat Loop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73084" y="5274072"/>
            <a:ext cx="985713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continues scanning; as Work increases by reclaiming allocations from completed processes, previously blocked processes may become runnable until all finish or none can.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6055122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cues: successes use green checks and failures use red X's. Show the arithmetic for each Available update clearly.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68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Visualizing the State Table (Unsafe Scenario)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8131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Tight resources create an unsafe state. Initial Available: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[0, 1, 0]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596356"/>
          <a:ext cx="10868745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Allocation (A B C)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Maximum (A B C)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Need (A B C)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AC9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9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9EF5"/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2 0 0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7 5 3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5 5 3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F"/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2 0 0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3 2 2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1 2 2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F"/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3 0 2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9 0 2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F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6 0 2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4989413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4B3F0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25710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522565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Available array [0, 1, 0] shown in bold red to highlight scarcity — likely cause of deadlock.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3499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653" y="78184"/>
            <a:ext cx="5090390" cy="27786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350316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Tracing the Unsafe State — Deadlock</a:t>
            </a:r>
            <a:endParaRPr lang="en-US" sz="3050" dirty="0"/>
          </a:p>
        </p:txBody>
      </p:sp>
      <p:sp>
        <p:nvSpPr>
          <p:cNvPr id="5" name="Text 1"/>
          <p:cNvSpPr/>
          <p:nvPr/>
        </p:nvSpPr>
        <p:spPr>
          <a:xfrm>
            <a:off x="661475" y="4310729"/>
            <a:ext cx="333088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Check P0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61475" y="4679355"/>
            <a:ext cx="3940473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[5,5,3] vs Available [0,1,0] → Wait (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80497" y="4310729"/>
            <a:ext cx="333088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Check P1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380497" y="4679355"/>
            <a:ext cx="3940473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[1,2,2] vs Available [0,1,0] → Wait (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99520" y="4310729"/>
            <a:ext cx="34433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Check P2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99520" y="4679355"/>
            <a:ext cx="4052885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[6,0,2] vs Available [0,1,0] → Wait (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61475" y="5176937"/>
            <a:ext cx="1086874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Since no process could be executed during the full scan, the variable 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found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remains false,     triggering the break condition: if (!found) break; — the algorithm halts without a safe sequence.   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6221" y="5926237"/>
            <a:ext cx="1124358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Deadlock Detected — no process can finish with current Available resources.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61475" y="5780484"/>
            <a:ext cx="19050" cy="520402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694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Code Walkthrough: Final Verdict Logic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68847"/>
            <a:ext cx="5211037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After the safety loop ends, the program decides if the system is safe by comparing the count of finished processes to n.         If all processes finished, we have a safe sequence; otherwise the system is in an unsafe (potentially deadlocked) state.       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5533" y="1608733"/>
            <a:ext cx="5211037" cy="3003054"/>
          </a:xfrm>
          <a:prstGeom prst="roundRect">
            <a:avLst>
              <a:gd name="adj" fmla="val 915"/>
            </a:avLst>
          </a:prstGeom>
          <a:solidFill>
            <a:srgbClr val="3A3E40"/>
          </a:solidFill>
          <a:ln/>
        </p:spPr>
      </p:sp>
      <p:sp>
        <p:nvSpPr>
          <p:cNvPr id="5" name="Text 3"/>
          <p:cNvSpPr/>
          <p:nvPr/>
        </p:nvSpPr>
        <p:spPr>
          <a:xfrm>
            <a:off x="6545198" y="1791791"/>
            <a:ext cx="4771707" cy="263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(count == n)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printf("SYSTEM IS IN A SAFE STATE\n");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printf("Safe Sequence: 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Loop to print P0 -&gt; P1 -&gt; P2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printf("SYSTEM IS IN AN UNSAFE STATE\n");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printf("Deadlock detected.\n");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5533" y="4811316"/>
            <a:ext cx="5211037" cy="1276052"/>
          </a:xfrm>
          <a:prstGeom prst="roundRect">
            <a:avLst>
              <a:gd name="adj" fmla="val 2152"/>
            </a:avLst>
          </a:prstGeom>
          <a:solidFill>
            <a:srgbClr val="1D0C7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587" y="5083671"/>
            <a:ext cx="228793" cy="1830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20434" y="5016698"/>
            <a:ext cx="443308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Practical tip: print the safeSequence array to verify the exact order processes can finish — helpful for debugging and grading.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2026-10-09T06:01:17Z</dcterms:created>
  <dcterms:modified xsi:type="dcterms:W3CDTF">2026-10-09T06:01:17Z</dcterms:modified>
</cp:coreProperties>
</file>